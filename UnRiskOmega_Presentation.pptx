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43"/>
    <p:restoredTop sz="95645"/>
  </p:normalViewPr>
  <p:slideViewPr>
    <p:cSldViewPr snapToGrid="0" snapToObjects="1">
      <p:cViewPr>
        <p:scale>
          <a:sx n="100" d="100"/>
          <a:sy n="100" d="100"/>
        </p:scale>
        <p:origin x="4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20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State the product in one line: an advisor's whole prep, compressed to a 60-second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advisors reconstruct client context by hand across 3 dashboards and 16 tiles. Slow, and the one thing that matters is easy to miss (e.g. a 58.6% single-stock position).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flow: trigger (open client / pre-meeting) -&gt; engine computes facts -&gt; AI narrates -&gt; advisor reads 3 sections. Advisor never touches raw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briefing: 3 sections. Section 1 is deterministic (no AI). CASE-016 is the live example - all figures are computed, every number traces to a source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sources: two provided bank exports (clients.json, reference.json), live Apify news matched to holdings, OpenAI for narration only. The AI never calculates.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logic: engine computes performance, allocation drift, concentration, peers, projections deterministically. The model only describes and cites. Missing data stays 'not checked', never 'passed' - anti-hallucination.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inputs -&gt; data foundation (typed, missing-data safe) -&gt; analytics engine (8 modules, 247 tests) -&gt; one strict JSON payload -&gt; Streamlit UI + AI narration. News feeds market_context. Python 3.11, stdlib core,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vs real: all portfolio numbers are real (computed from the exports). News and AI are real integrations. Production would swap the static JSON for a live custodian feed, a licensed market-data API, and a governed LLM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features completed: holding-aware news, Monte Carlo projections, peer comparison, fund look-through, and a retained full finding-set ready for a follow-up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works on an unseen client with no config - load its JSON, same briefing. Same principle as the product: surface what matters, get to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43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2377440"/>
            <a:ext cx="4572000" cy="457200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549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64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Client Briefing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F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advisor's whole morning of prep — one client, one screen, sixty seconds.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E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Aleph-1 ·  START Hackathon 2026</a:t>
            </a:r>
            <a:endParaRPr lang="en-US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F45811-55D0-B1E4-F51C-BF3A23EB8D04}"/>
              </a:ext>
            </a:extLst>
          </p:cNvPr>
          <p:cNvSpPr/>
          <p:nvPr/>
        </p:nvSpPr>
        <p:spPr>
          <a:xfrm>
            <a:off x="631008" y="1371600"/>
            <a:ext cx="576000" cy="57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41EDEA-96B2-FF9A-AC73-C428E2FB6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65" y="1276597"/>
            <a:ext cx="931123" cy="842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a client call is slow — and easy to get wrong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before a single conversation, the advisor clicks through </a:t>
            </a: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 and sixteen analysis tiles</a:t>
            </a: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reconstruct what matters about a client.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minutes of manual scanning per client — and the one thing that actually matters </a:t>
            </a:r>
            <a:r>
              <a:rPr lang="en-US" sz="170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58.6% single-stock position, a suitability breach, a fresh drawdown)</a:t>
            </a: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easy to miss.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783080"/>
            <a:ext cx="4572000" cy="1234440"/>
          </a:xfrm>
          <a:prstGeom prst="roundRect">
            <a:avLst>
              <a:gd name="adj" fmla="val 6667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0" y="18745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tiles per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3200400"/>
            <a:ext cx="4572000" cy="1234440"/>
          </a:xfrm>
          <a:prstGeom prst="roundRect">
            <a:avLst>
              <a:gd name="adj" fmla="val 6667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0" y="32918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32004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to cross-check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4617720"/>
            <a:ext cx="4572000" cy="1234440"/>
          </a:xfrm>
          <a:prstGeom prst="roundRect">
            <a:avLst>
              <a:gd name="adj" fmla="val 6667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0" y="4709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46177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prep, per client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06063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compress that into a briefing an advisor reads in about a minute.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USER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opening a client to a briefing — one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9052" y="2606040"/>
            <a:ext cx="768096" cy="768096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559052" y="2606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48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opens a client (or a pre-meeting prompt fires).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5132" y="2606040"/>
            <a:ext cx="768096" cy="768096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85132" y="2606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48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calculates every portfolio fact deterministically.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90488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11212" y="2606040"/>
            <a:ext cx="768096" cy="768096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11212" y="2606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48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the 60-second briefing from those facts.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16568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18320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37292" y="2606040"/>
            <a:ext cx="768096" cy="768096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337292" y="26060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48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reads three sections and walks in prepared.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never touches the raw tiles. The engine and the model do the assembly; the advisor gets the conclusion.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60-SECOND BRIEFING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sections, every number traceable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94560"/>
            <a:ext cx="594360" cy="594360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allocation, concentration, cash — deterministic, no 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6035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3493008"/>
            <a:ext cx="594360" cy="594360"/>
          </a:xfrm>
          <a:prstGeom prst="ellipse">
            <a:avLst/>
          </a:prstGeom>
          <a:solidFill>
            <a:srgbClr val="549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96112" y="3493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55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767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portfolio evolved, with charts and an AI narration.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6035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791456"/>
            <a:ext cx="594360" cy="594360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6112" y="4791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6542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advice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657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news on held names → trends, opportunities, precautions.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1920240"/>
            <a:ext cx="4160520" cy="3886200"/>
          </a:xfrm>
          <a:prstGeom prst="roundRect">
            <a:avLst>
              <a:gd name="adj" fmla="val 2118"/>
            </a:avLst>
          </a:prstGeom>
          <a:solidFill>
            <a:srgbClr val="0F2440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680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· CASE-016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 Golightly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stock (VZ Holding)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-31.6%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from peak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cash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5029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holdings — barely diversified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briefing is built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67128"/>
            <a:ext cx="512064" cy="512064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32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756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clients.json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756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export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clients · 57 portfolios · holdings, accounts, transactions, suitability violations.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3218688"/>
            <a:ext cx="512064" cy="512064"/>
          </a:xfrm>
          <a:prstGeom prst="ellipse">
            <a:avLst/>
          </a:prstGeom>
          <a:solidFill>
            <a:srgbClr val="549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96112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32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127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reference.json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securities · risk profiles · strategic allocations · rules · 48k fund look-through rows.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4270248"/>
            <a:ext cx="512064" cy="512064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96112" y="4270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32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178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news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1788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news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160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matched to the client's actual holdings — not generic market noise.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" y="5321808"/>
            <a:ext cx="512064" cy="512064"/>
          </a:xfrm>
          <a:prstGeom prst="ellipse">
            <a:avLst/>
          </a:prstGeom>
          <a:solidFill>
            <a:srgbClr val="5B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32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52303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5230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only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briefing text from the computed facts. It never calculates a number.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RECOMMENDATION LOGIC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computes. The AI only describes.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calculated deterministically, then handed to the model as fact: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414016"/>
            <a:ext cx="347472" cy="347472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6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28600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 (return, volatility, Sharpe, drawdown, VaR)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3163824"/>
            <a:ext cx="347472" cy="347472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4672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6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0358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drift vs the mandate &amp; guardrail breaches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" y="3913632"/>
            <a:ext cx="347472" cy="347472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04672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6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8561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single-position, top-five, effective holdings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2860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91072" y="2414016"/>
            <a:ext cx="347472" cy="347472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91072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6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228600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vs a cohort (no consolidated double-counting)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035808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91072" y="3163824"/>
            <a:ext cx="347472" cy="347472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91072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6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30358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&amp; parametric projections (seeded, reproducible)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785616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0F2440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35508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by design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2519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only describe these numbers and cite the source. Missing data stays “not checked” — never silently “passed”.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pipeline with the AI at the very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clients.json + reference.json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65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exports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01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· missing-data safe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401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247 tests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2B7DE0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0936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payload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01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strict JSON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06840" y="292608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0F2440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09828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130–160 words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7920" y="429768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0936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module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773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→ market_context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006840" y="42976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09828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773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sections + charts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standard-library core, no heavy dependencies · deterministic &amp; reproducible (same input + seed → same output).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&amp; PRODUCTION INTEGRATIONS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today, what production would add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F3F8FE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 the prototype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365760" cy="365760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60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portfolio number is computed from the provided bank exports — nothing is faked or hard-coded.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74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is a real Apify integration, matched to holdings.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365760" cy="365760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601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3891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briefing is a real OpenAI call over the computed facts.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 production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836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560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custodian / portfolio-management feed in place of the static JSON exports.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520440"/>
            <a:ext cx="365760" cy="365760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836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474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market-data &amp; news API (Apify stands in for the demo).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434840"/>
            <a:ext cx="365760" cy="365760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836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3891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LLM endpoint with the bank's data-governance controls.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itself is the hackathon export — the architecture already accepts a fresh client file with no code change.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B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BONUS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core briefing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212848"/>
            <a:ext cx="512064" cy="512064"/>
          </a:xfrm>
          <a:prstGeom prst="ellipse">
            <a:avLst/>
          </a:prstGeom>
          <a:solidFill>
            <a:srgbClr val="1F9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57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Holding-aware news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231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headlines matched to the client's real positions, treated as untrusted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28232" y="2212848"/>
            <a:ext cx="512064" cy="512064"/>
          </a:xfrm>
          <a:prstGeom prst="ellipse">
            <a:avLst/>
          </a:prstGeom>
          <a:solidFill>
            <a:srgbClr val="2B7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28232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57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projections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4231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bootstrap + parametric scenarios with a fan chart — reproducible, labelled as scenarios.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3447288"/>
            <a:ext cx="512064" cy="512064"/>
          </a:xfrm>
          <a:prstGeom prst="ellipse">
            <a:avLst/>
          </a:prstGeom>
          <a:solidFill>
            <a:srgbClr val="5499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6112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291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657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vs a cohort, excluding consolidated views so nothing is double-counted.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28232" y="3447288"/>
            <a:ext cx="512064" cy="512064"/>
          </a:xfrm>
          <a:prstGeom prst="ellipse">
            <a:avLst/>
          </a:prstGeom>
          <a:solidFill>
            <a:srgbClr val="E39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28232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291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look-through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57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decomposed into real industry / region / currency exposure.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10835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01600" dist="25400" dir="5400000" algn="bl" rotWithShape="0">
              <a:srgbClr val="9DB4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4681728"/>
            <a:ext cx="512064" cy="512064"/>
          </a:xfrm>
          <a:prstGeom prst="ellipse">
            <a:avLst/>
          </a:prstGeom>
          <a:solidFill>
            <a:srgbClr val="5B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6112" y="4681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4526280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chatbot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892040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finding set is retained in the payload — ready for Q&amp;A on what the briefing didn't show.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601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943600" cy="594360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client we've never seen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new client's JSON and the same briefing appears — no per-client configuration, no single hard-coded example.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549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as the product: surface what matters, get to the point.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UnRiskOmega   ·   Team Aleph-1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1234</Words>
  <Application>Microsoft Macintosh PowerPoint</Application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Moussa</cp:lastModifiedBy>
  <cp:revision>2</cp:revision>
  <dcterms:created xsi:type="dcterms:W3CDTF">2026-09-19T10:15:28Z</dcterms:created>
  <dcterms:modified xsi:type="dcterms:W3CDTF">2026-09-19T10:51:50Z</dcterms:modified>
</cp:coreProperties>
</file>